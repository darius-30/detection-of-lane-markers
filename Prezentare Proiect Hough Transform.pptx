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65" r:id="rId4"/>
    <p:sldId id="266" r:id="rId5"/>
    <p:sldId id="259" r:id="rId6"/>
    <p:sldId id="260" r:id="rId7"/>
    <p:sldId id="267" r:id="rId8"/>
    <p:sldId id="261" r:id="rId9"/>
    <p:sldId id="269" r:id="rId10"/>
    <p:sldId id="270" r:id="rId11"/>
    <p:sldId id="262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ia Claudia Hulpus" userId="982aa7fa-76e5-4678-9740-d903b51a85ca" providerId="ADAL" clId="{97BD6303-4332-43B7-A25B-B1CA9CBEFAB6}"/>
    <pc:docChg chg="undo redo custSel addSld delSld modSld">
      <pc:chgData name="Stefania Claudia Hulpus" userId="982aa7fa-76e5-4678-9740-d903b51a85ca" providerId="ADAL" clId="{97BD6303-4332-43B7-A25B-B1CA9CBEFAB6}" dt="2026-01-09T12:29:52.324" v="3297" actId="1076"/>
      <pc:docMkLst>
        <pc:docMk/>
      </pc:docMkLst>
      <pc:sldChg chg="addSp delSp modSp new mod">
        <pc:chgData name="Stefania Claudia Hulpus" userId="982aa7fa-76e5-4678-9740-d903b51a85ca" providerId="ADAL" clId="{97BD6303-4332-43B7-A25B-B1CA9CBEFAB6}" dt="2026-01-09T12:29:52.324" v="3297" actId="1076"/>
        <pc:sldMkLst>
          <pc:docMk/>
          <pc:sldMk cId="400954809" sldId="256"/>
        </pc:sldMkLst>
        <pc:spChg chg="mod">
          <ac:chgData name="Stefania Claudia Hulpus" userId="982aa7fa-76e5-4678-9740-d903b51a85ca" providerId="ADAL" clId="{97BD6303-4332-43B7-A25B-B1CA9CBEFAB6}" dt="2026-01-09T12:29:52.324" v="3297" actId="1076"/>
          <ac:spMkLst>
            <pc:docMk/>
            <pc:sldMk cId="400954809" sldId="256"/>
            <ac:spMk id="2" creationId="{75C82CB4-EE4D-B84C-4399-45A67742FACA}"/>
          </ac:spMkLst>
        </pc:spChg>
        <pc:spChg chg="mod">
          <ac:chgData name="Stefania Claudia Hulpus" userId="982aa7fa-76e5-4678-9740-d903b51a85ca" providerId="ADAL" clId="{97BD6303-4332-43B7-A25B-B1CA9CBEFAB6}" dt="2026-01-08T15:46:25.477" v="241" actId="5793"/>
          <ac:spMkLst>
            <pc:docMk/>
            <pc:sldMk cId="400954809" sldId="256"/>
            <ac:spMk id="3" creationId="{7C1AE0E5-7487-27C8-9FEB-F42488DDBB60}"/>
          </ac:spMkLst>
        </pc:spChg>
        <pc:picChg chg="add del mod">
          <ac:chgData name="Stefania Claudia Hulpus" userId="982aa7fa-76e5-4678-9740-d903b51a85ca" providerId="ADAL" clId="{97BD6303-4332-43B7-A25B-B1CA9CBEFAB6}" dt="2026-01-08T21:30:29.902" v="2915" actId="21"/>
          <ac:picMkLst>
            <pc:docMk/>
            <pc:sldMk cId="400954809" sldId="256"/>
            <ac:picMk id="5" creationId="{98CF0893-5E86-2A52-A98C-358434A8E2F7}"/>
          </ac:picMkLst>
        </pc:picChg>
        <pc:picChg chg="add mod ord">
          <ac:chgData name="Stefania Claudia Hulpus" userId="982aa7fa-76e5-4678-9740-d903b51a85ca" providerId="ADAL" clId="{97BD6303-4332-43B7-A25B-B1CA9CBEFAB6}" dt="2026-01-09T11:35:02.840" v="3044" actId="1076"/>
          <ac:picMkLst>
            <pc:docMk/>
            <pc:sldMk cId="400954809" sldId="256"/>
            <ac:picMk id="5" creationId="{DC255A26-3BC8-F067-9FBD-FAE6935CA996}"/>
          </ac:picMkLst>
        </pc:picChg>
      </pc:sldChg>
      <pc:sldChg chg="addSp delSp modSp new mod">
        <pc:chgData name="Stefania Claudia Hulpus" userId="982aa7fa-76e5-4678-9740-d903b51a85ca" providerId="ADAL" clId="{97BD6303-4332-43B7-A25B-B1CA9CBEFAB6}" dt="2026-01-09T11:36:27.243" v="3055" actId="1076"/>
        <pc:sldMkLst>
          <pc:docMk/>
          <pc:sldMk cId="3225547880" sldId="257"/>
        </pc:sldMkLst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3225547880" sldId="257"/>
            <ac:spMk id="2" creationId="{F90F15C7-EEB2-9FC8-DE5B-4B63A51DB13D}"/>
          </ac:spMkLst>
        </pc:spChg>
        <pc:spChg chg="add del mod">
          <ac:chgData name="Stefania Claudia Hulpus" userId="982aa7fa-76e5-4678-9740-d903b51a85ca" providerId="ADAL" clId="{97BD6303-4332-43B7-A25B-B1CA9CBEFAB6}" dt="2026-01-08T16:57:06.452" v="719" actId="27636"/>
          <ac:spMkLst>
            <pc:docMk/>
            <pc:sldMk cId="3225547880" sldId="257"/>
            <ac:spMk id="3" creationId="{8CACC3AE-64FD-C3C4-7AE9-D8EFF58B1DC5}"/>
          </ac:spMkLst>
        </pc:spChg>
        <pc:spChg chg="add mod">
          <ac:chgData name="Stefania Claudia Hulpus" userId="982aa7fa-76e5-4678-9740-d903b51a85ca" providerId="ADAL" clId="{97BD6303-4332-43B7-A25B-B1CA9CBEFAB6}" dt="2026-01-08T16:47:03.992" v="569"/>
          <ac:spMkLst>
            <pc:docMk/>
            <pc:sldMk cId="3225547880" sldId="257"/>
            <ac:spMk id="4" creationId="{85C0789C-FC4A-8FE6-7759-2CF127A547B8}"/>
          </ac:spMkLst>
        </pc:spChg>
        <pc:picChg chg="add mod ord">
          <ac:chgData name="Stefania Claudia Hulpus" userId="982aa7fa-76e5-4678-9740-d903b51a85ca" providerId="ADAL" clId="{97BD6303-4332-43B7-A25B-B1CA9CBEFAB6}" dt="2026-01-09T11:36:27.243" v="3055" actId="1076"/>
          <ac:picMkLst>
            <pc:docMk/>
            <pc:sldMk cId="3225547880" sldId="257"/>
            <ac:picMk id="5" creationId="{98CF0893-5E86-2A52-A98C-358434A8E2F7}"/>
          </ac:picMkLst>
        </pc:picChg>
      </pc:sldChg>
      <pc:sldChg chg="modSp new del mod">
        <pc:chgData name="Stefania Claudia Hulpus" userId="982aa7fa-76e5-4678-9740-d903b51a85ca" providerId="ADAL" clId="{97BD6303-4332-43B7-A25B-B1CA9CBEFAB6}" dt="2026-01-08T16:57:59.253" v="781" actId="2696"/>
        <pc:sldMkLst>
          <pc:docMk/>
          <pc:sldMk cId="3121851721" sldId="258"/>
        </pc:sldMkLst>
        <pc:spChg chg="mod">
          <ac:chgData name="Stefania Claudia Hulpus" userId="982aa7fa-76e5-4678-9740-d903b51a85ca" providerId="ADAL" clId="{97BD6303-4332-43B7-A25B-B1CA9CBEFAB6}" dt="2026-01-08T16:53:45.970" v="699" actId="1076"/>
          <ac:spMkLst>
            <pc:docMk/>
            <pc:sldMk cId="3121851721" sldId="258"/>
            <ac:spMk id="2" creationId="{7E3E1F2F-E5CF-A5BE-122C-DB0603B2AC58}"/>
          </ac:spMkLst>
        </pc:spChg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3121851721" sldId="258"/>
            <ac:spMk id="3" creationId="{558A4299-D5B1-AE7B-E35D-D2585D9D25EC}"/>
          </ac:spMkLst>
        </pc:spChg>
      </pc:sldChg>
      <pc:sldChg chg="addSp delSp modSp new mod">
        <pc:chgData name="Stefania Claudia Hulpus" userId="982aa7fa-76e5-4678-9740-d903b51a85ca" providerId="ADAL" clId="{97BD6303-4332-43B7-A25B-B1CA9CBEFAB6}" dt="2026-01-09T11:40:54.566" v="3105" actId="1076"/>
        <pc:sldMkLst>
          <pc:docMk/>
          <pc:sldMk cId="4180194787" sldId="259"/>
        </pc:sldMkLst>
        <pc:spChg chg="mod">
          <ac:chgData name="Stefania Claudia Hulpus" userId="982aa7fa-76e5-4678-9740-d903b51a85ca" providerId="ADAL" clId="{97BD6303-4332-43B7-A25B-B1CA9CBEFAB6}" dt="2026-01-08T22:14:46.258" v="2939" actId="1076"/>
          <ac:spMkLst>
            <pc:docMk/>
            <pc:sldMk cId="4180194787" sldId="259"/>
            <ac:spMk id="2" creationId="{FDB2FB79-618D-78B8-FBB1-B1CBA66DFCC9}"/>
          </ac:spMkLst>
        </pc:spChg>
        <pc:spChg chg="add del mod">
          <ac:chgData name="Stefania Claudia Hulpus" userId="982aa7fa-76e5-4678-9740-d903b51a85ca" providerId="ADAL" clId="{97BD6303-4332-43B7-A25B-B1CA9CBEFAB6}" dt="2026-01-08T22:14:42.194" v="2938" actId="1076"/>
          <ac:spMkLst>
            <pc:docMk/>
            <pc:sldMk cId="4180194787" sldId="259"/>
            <ac:spMk id="3" creationId="{016A306D-95CE-2934-FFD7-9ECA41E2BF77}"/>
          </ac:spMkLst>
        </pc:spChg>
        <pc:spChg chg="add mod">
          <ac:chgData name="Stefania Claudia Hulpus" userId="982aa7fa-76e5-4678-9740-d903b51a85ca" providerId="ADAL" clId="{97BD6303-4332-43B7-A25B-B1CA9CBEFAB6}" dt="2026-01-08T20:08:52.822" v="1692"/>
          <ac:spMkLst>
            <pc:docMk/>
            <pc:sldMk cId="4180194787" sldId="259"/>
            <ac:spMk id="4" creationId="{BB38BA21-5C8E-631B-334F-40524A760E37}"/>
          </ac:spMkLst>
        </pc:spChg>
        <pc:spChg chg="add mod">
          <ac:chgData name="Stefania Claudia Hulpus" userId="982aa7fa-76e5-4678-9740-d903b51a85ca" providerId="ADAL" clId="{97BD6303-4332-43B7-A25B-B1CA9CBEFAB6}" dt="2026-01-09T11:37:38.283" v="3063" actId="1076"/>
          <ac:spMkLst>
            <pc:docMk/>
            <pc:sldMk cId="4180194787" sldId="259"/>
            <ac:spMk id="7" creationId="{5B7B96FA-06FE-F634-B8AF-119C1DD5BC35}"/>
          </ac:spMkLst>
        </pc:spChg>
        <pc:spChg chg="add mod">
          <ac:chgData name="Stefania Claudia Hulpus" userId="982aa7fa-76e5-4678-9740-d903b51a85ca" providerId="ADAL" clId="{97BD6303-4332-43B7-A25B-B1CA9CBEFAB6}" dt="2026-01-09T11:39:49.967" v="3079" actId="14100"/>
          <ac:spMkLst>
            <pc:docMk/>
            <pc:sldMk cId="4180194787" sldId="259"/>
            <ac:spMk id="8" creationId="{86624E29-DC9D-54C5-3AE8-DBDA1DD61A45}"/>
          </ac:spMkLst>
        </pc:spChg>
        <pc:spChg chg="add del">
          <ac:chgData name="Stefania Claudia Hulpus" userId="982aa7fa-76e5-4678-9740-d903b51a85ca" providerId="ADAL" clId="{97BD6303-4332-43B7-A25B-B1CA9CBEFAB6}" dt="2026-01-09T11:38:29.313" v="3072" actId="11529"/>
          <ac:spMkLst>
            <pc:docMk/>
            <pc:sldMk cId="4180194787" sldId="259"/>
            <ac:spMk id="9" creationId="{BD61BB6F-E510-BDFD-BA93-0E2A3075D28A}"/>
          </ac:spMkLst>
        </pc:spChg>
        <pc:spChg chg="add mod">
          <ac:chgData name="Stefania Claudia Hulpus" userId="982aa7fa-76e5-4678-9740-d903b51a85ca" providerId="ADAL" clId="{97BD6303-4332-43B7-A25B-B1CA9CBEFAB6}" dt="2026-01-09T11:39:17.122" v="3075" actId="208"/>
          <ac:spMkLst>
            <pc:docMk/>
            <pc:sldMk cId="4180194787" sldId="259"/>
            <ac:spMk id="10" creationId="{A2E646AD-278F-C3EF-2C1C-1C8727DFEB63}"/>
          </ac:spMkLst>
        </pc:spChg>
        <pc:spChg chg="add mod">
          <ac:chgData name="Stefania Claudia Hulpus" userId="982aa7fa-76e5-4678-9740-d903b51a85ca" providerId="ADAL" clId="{97BD6303-4332-43B7-A25B-B1CA9CBEFAB6}" dt="2026-01-09T11:39:38.037" v="3078" actId="208"/>
          <ac:spMkLst>
            <pc:docMk/>
            <pc:sldMk cId="4180194787" sldId="259"/>
            <ac:spMk id="11" creationId="{78F97FFA-0135-7133-9793-2077F37BA492}"/>
          </ac:spMkLst>
        </pc:spChg>
        <pc:spChg chg="add mod">
          <ac:chgData name="Stefania Claudia Hulpus" userId="982aa7fa-76e5-4678-9740-d903b51a85ca" providerId="ADAL" clId="{97BD6303-4332-43B7-A25B-B1CA9CBEFAB6}" dt="2026-01-09T11:40:54.566" v="3105" actId="1076"/>
          <ac:spMkLst>
            <pc:docMk/>
            <pc:sldMk cId="4180194787" sldId="259"/>
            <ac:spMk id="12" creationId="{3F47250B-16E0-E28A-0537-77A8F28B6649}"/>
          </ac:spMkLst>
        </pc:spChg>
        <pc:picChg chg="add mod">
          <ac:chgData name="Stefania Claudia Hulpus" userId="982aa7fa-76e5-4678-9740-d903b51a85ca" providerId="ADAL" clId="{97BD6303-4332-43B7-A25B-B1CA9CBEFAB6}" dt="2026-01-08T22:14:30.197" v="2937" actId="1076"/>
          <ac:picMkLst>
            <pc:docMk/>
            <pc:sldMk cId="4180194787" sldId="259"/>
            <ac:picMk id="6" creationId="{16A16A00-A05D-CF4A-8148-861E850AE4D5}"/>
          </ac:picMkLst>
        </pc:picChg>
        <pc:cxnChg chg="add del">
          <ac:chgData name="Stefania Claudia Hulpus" userId="982aa7fa-76e5-4678-9740-d903b51a85ca" providerId="ADAL" clId="{97BD6303-4332-43B7-A25B-B1CA9CBEFAB6}" dt="2026-01-09T11:36:59.465" v="3057" actId="11529"/>
          <ac:cxnSpMkLst>
            <pc:docMk/>
            <pc:sldMk cId="4180194787" sldId="259"/>
            <ac:cxnSpMk id="5" creationId="{135364FF-B177-8B17-0FCD-9B1517FF3DCB}"/>
          </ac:cxnSpMkLst>
        </pc:cxnChg>
      </pc:sldChg>
      <pc:sldChg chg="addSp modSp new mod">
        <pc:chgData name="Stefania Claudia Hulpus" userId="982aa7fa-76e5-4678-9740-d903b51a85ca" providerId="ADAL" clId="{97BD6303-4332-43B7-A25B-B1CA9CBEFAB6}" dt="2026-01-08T20:34:10.469" v="1966" actId="20577"/>
        <pc:sldMkLst>
          <pc:docMk/>
          <pc:sldMk cId="3117537449" sldId="260"/>
        </pc:sldMkLst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3117537449" sldId="260"/>
            <ac:spMk id="2" creationId="{2600ED5D-6043-BCD6-F650-65AB30234C01}"/>
          </ac:spMkLst>
        </pc:spChg>
        <pc:spChg chg="mod">
          <ac:chgData name="Stefania Claudia Hulpus" userId="982aa7fa-76e5-4678-9740-d903b51a85ca" providerId="ADAL" clId="{97BD6303-4332-43B7-A25B-B1CA9CBEFAB6}" dt="2026-01-08T20:34:10.469" v="1966" actId="20577"/>
          <ac:spMkLst>
            <pc:docMk/>
            <pc:sldMk cId="3117537449" sldId="260"/>
            <ac:spMk id="3" creationId="{BF5900C0-55F3-4DFD-F1CD-B2FC4101C0B2}"/>
          </ac:spMkLst>
        </pc:spChg>
        <pc:spChg chg="add mod">
          <ac:chgData name="Stefania Claudia Hulpus" userId="982aa7fa-76e5-4678-9740-d903b51a85ca" providerId="ADAL" clId="{97BD6303-4332-43B7-A25B-B1CA9CBEFAB6}" dt="2026-01-08T20:29:58.952" v="1860" actId="1076"/>
          <ac:spMkLst>
            <pc:docMk/>
            <pc:sldMk cId="3117537449" sldId="260"/>
            <ac:spMk id="8" creationId="{4CFB8159-9149-7B18-4685-EB4BD93D4226}"/>
          </ac:spMkLst>
        </pc:spChg>
        <pc:spChg chg="add mod">
          <ac:chgData name="Stefania Claudia Hulpus" userId="982aa7fa-76e5-4678-9740-d903b51a85ca" providerId="ADAL" clId="{97BD6303-4332-43B7-A25B-B1CA9CBEFAB6}" dt="2026-01-08T20:32:31.733" v="1928" actId="1076"/>
          <ac:spMkLst>
            <pc:docMk/>
            <pc:sldMk cId="3117537449" sldId="260"/>
            <ac:spMk id="9" creationId="{D4C5E155-3F19-3A7E-CADD-ABA50C333EF5}"/>
          </ac:spMkLst>
        </pc:spChg>
        <pc:picChg chg="add mod">
          <ac:chgData name="Stefania Claudia Hulpus" userId="982aa7fa-76e5-4678-9740-d903b51a85ca" providerId="ADAL" clId="{97BD6303-4332-43B7-A25B-B1CA9CBEFAB6}" dt="2026-01-08T20:29:32.335" v="1858" actId="1076"/>
          <ac:picMkLst>
            <pc:docMk/>
            <pc:sldMk cId="3117537449" sldId="260"/>
            <ac:picMk id="5" creationId="{90401168-3F35-BEE8-4172-6456CFF16FDF}"/>
          </ac:picMkLst>
        </pc:picChg>
        <pc:picChg chg="add mod">
          <ac:chgData name="Stefania Claudia Hulpus" userId="982aa7fa-76e5-4678-9740-d903b51a85ca" providerId="ADAL" clId="{97BD6303-4332-43B7-A25B-B1CA9CBEFAB6}" dt="2026-01-08T20:31:42.206" v="1918" actId="1076"/>
          <ac:picMkLst>
            <pc:docMk/>
            <pc:sldMk cId="3117537449" sldId="260"/>
            <ac:picMk id="7" creationId="{680A6981-E6B4-5BBA-D1CC-4CAA3BF470E1}"/>
          </ac:picMkLst>
        </pc:picChg>
      </pc:sldChg>
      <pc:sldChg chg="addSp delSp modSp new mod">
        <pc:chgData name="Stefania Claudia Hulpus" userId="982aa7fa-76e5-4678-9740-d903b51a85ca" providerId="ADAL" clId="{97BD6303-4332-43B7-A25B-B1CA9CBEFAB6}" dt="2026-01-08T22:21:22.343" v="2985" actId="732"/>
        <pc:sldMkLst>
          <pc:docMk/>
          <pc:sldMk cId="2890228257" sldId="261"/>
        </pc:sldMkLst>
        <pc:spChg chg="mod">
          <ac:chgData name="Stefania Claudia Hulpus" userId="982aa7fa-76e5-4678-9740-d903b51a85ca" providerId="ADAL" clId="{97BD6303-4332-43B7-A25B-B1CA9CBEFAB6}" dt="2026-01-08T22:19:53.183" v="2966" actId="20577"/>
          <ac:spMkLst>
            <pc:docMk/>
            <pc:sldMk cId="2890228257" sldId="261"/>
            <ac:spMk id="2" creationId="{F2357054-E066-A41E-25FA-AAB6296847E8}"/>
          </ac:spMkLst>
        </pc:spChg>
        <pc:spChg chg="add del mod">
          <ac:chgData name="Stefania Claudia Hulpus" userId="982aa7fa-76e5-4678-9740-d903b51a85ca" providerId="ADAL" clId="{97BD6303-4332-43B7-A25B-B1CA9CBEFAB6}" dt="2026-01-08T22:21:11.381" v="2983" actId="14100"/>
          <ac:spMkLst>
            <pc:docMk/>
            <pc:sldMk cId="2890228257" sldId="261"/>
            <ac:spMk id="3" creationId="{85A6CABB-BC65-881F-F88B-25C56676901B}"/>
          </ac:spMkLst>
        </pc:spChg>
        <pc:spChg chg="add mod">
          <ac:chgData name="Stefania Claudia Hulpus" userId="982aa7fa-76e5-4678-9740-d903b51a85ca" providerId="ADAL" clId="{97BD6303-4332-43B7-A25B-B1CA9CBEFAB6}" dt="2026-01-08T20:59:13.181" v="2448"/>
          <ac:spMkLst>
            <pc:docMk/>
            <pc:sldMk cId="2890228257" sldId="261"/>
            <ac:spMk id="4" creationId="{DC9AFFBF-976C-AF41-81EF-F1F652BA20D2}"/>
          </ac:spMkLst>
        </pc:spChg>
        <pc:spChg chg="add">
          <ac:chgData name="Stefania Claudia Hulpus" userId="982aa7fa-76e5-4678-9740-d903b51a85ca" providerId="ADAL" clId="{97BD6303-4332-43B7-A25B-B1CA9CBEFAB6}" dt="2026-01-08T21:03:05.163" v="2500"/>
          <ac:spMkLst>
            <pc:docMk/>
            <pc:sldMk cId="2890228257" sldId="261"/>
            <ac:spMk id="5" creationId="{276911BD-0E10-667B-25F6-4E65D6B03A7E}"/>
          </ac:spMkLst>
        </pc:spChg>
        <pc:spChg chg="add">
          <ac:chgData name="Stefania Claudia Hulpus" userId="982aa7fa-76e5-4678-9740-d903b51a85ca" providerId="ADAL" clId="{97BD6303-4332-43B7-A25B-B1CA9CBEFAB6}" dt="2026-01-08T21:03:19.194" v="2503"/>
          <ac:spMkLst>
            <pc:docMk/>
            <pc:sldMk cId="2890228257" sldId="261"/>
            <ac:spMk id="6" creationId="{A2CA1F94-415E-E4FA-6352-653B836FE786}"/>
          </ac:spMkLst>
        </pc:spChg>
        <pc:picChg chg="add mod modCrop">
          <ac:chgData name="Stefania Claudia Hulpus" userId="982aa7fa-76e5-4678-9740-d903b51a85ca" providerId="ADAL" clId="{97BD6303-4332-43B7-A25B-B1CA9CBEFAB6}" dt="2026-01-08T22:21:22.343" v="2985" actId="732"/>
          <ac:picMkLst>
            <pc:docMk/>
            <pc:sldMk cId="2890228257" sldId="261"/>
            <ac:picMk id="8" creationId="{3A50BF8D-2BE5-9405-D271-471F96D1D37C}"/>
          </ac:picMkLst>
        </pc:picChg>
      </pc:sldChg>
      <pc:sldChg chg="addSp delSp modSp new mod">
        <pc:chgData name="Stefania Claudia Hulpus" userId="982aa7fa-76e5-4678-9740-d903b51a85ca" providerId="ADAL" clId="{97BD6303-4332-43B7-A25B-B1CA9CBEFAB6}" dt="2026-01-09T11:52:45.764" v="3157" actId="14100"/>
        <pc:sldMkLst>
          <pc:docMk/>
          <pc:sldMk cId="3245785996" sldId="262"/>
        </pc:sldMkLst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3245785996" sldId="262"/>
            <ac:spMk id="2" creationId="{76737DBC-7FAD-3B96-1D95-1A16944608FA}"/>
          </ac:spMkLst>
        </pc:spChg>
        <pc:spChg chg="add del mod">
          <ac:chgData name="Stefania Claudia Hulpus" userId="982aa7fa-76e5-4678-9740-d903b51a85ca" providerId="ADAL" clId="{97BD6303-4332-43B7-A25B-B1CA9CBEFAB6}" dt="2026-01-09T11:52:45.764" v="3157" actId="14100"/>
          <ac:spMkLst>
            <pc:docMk/>
            <pc:sldMk cId="3245785996" sldId="262"/>
            <ac:spMk id="3" creationId="{F003721B-3317-C013-3768-4F5B4BC9B65D}"/>
          </ac:spMkLst>
        </pc:spChg>
        <pc:spChg chg="add mod">
          <ac:chgData name="Stefania Claudia Hulpus" userId="982aa7fa-76e5-4678-9740-d903b51a85ca" providerId="ADAL" clId="{97BD6303-4332-43B7-A25B-B1CA9CBEFAB6}" dt="2026-01-08T21:07:35.684" v="2642"/>
          <ac:spMkLst>
            <pc:docMk/>
            <pc:sldMk cId="3245785996" sldId="262"/>
            <ac:spMk id="4" creationId="{3E8C38FC-4304-61A0-51E3-1BE1E864A8D1}"/>
          </ac:spMkLst>
        </pc:spChg>
      </pc:sldChg>
      <pc:sldChg chg="addSp delSp modSp new mod">
        <pc:chgData name="Stefania Claudia Hulpus" userId="982aa7fa-76e5-4678-9740-d903b51a85ca" providerId="ADAL" clId="{97BD6303-4332-43B7-A25B-B1CA9CBEFAB6}" dt="2026-01-09T12:28:55.298" v="3275" actId="20577"/>
        <pc:sldMkLst>
          <pc:docMk/>
          <pc:sldMk cId="1869085012" sldId="263"/>
        </pc:sldMkLst>
        <pc:spChg chg="mod">
          <ac:chgData name="Stefania Claudia Hulpus" userId="982aa7fa-76e5-4678-9740-d903b51a85ca" providerId="ADAL" clId="{97BD6303-4332-43B7-A25B-B1CA9CBEFAB6}" dt="2026-01-09T12:28:55.298" v="3275" actId="20577"/>
          <ac:spMkLst>
            <pc:docMk/>
            <pc:sldMk cId="1869085012" sldId="263"/>
            <ac:spMk id="2" creationId="{82C3CD7C-EBF1-BC45-07E2-83AA1A89EBBE}"/>
          </ac:spMkLst>
        </pc:spChg>
        <pc:spChg chg="add del mod">
          <ac:chgData name="Stefania Claudia Hulpus" userId="982aa7fa-76e5-4678-9740-d903b51a85ca" providerId="ADAL" clId="{97BD6303-4332-43B7-A25B-B1CA9CBEFAB6}" dt="2026-01-09T11:56:12.647" v="3254" actId="27636"/>
          <ac:spMkLst>
            <pc:docMk/>
            <pc:sldMk cId="1869085012" sldId="263"/>
            <ac:spMk id="3" creationId="{DF31758E-B5FB-595A-9345-3A28C8DE10B1}"/>
          </ac:spMkLst>
        </pc:spChg>
        <pc:spChg chg="add mod">
          <ac:chgData name="Stefania Claudia Hulpus" userId="982aa7fa-76e5-4678-9740-d903b51a85ca" providerId="ADAL" clId="{97BD6303-4332-43B7-A25B-B1CA9CBEFAB6}" dt="2026-01-08T21:18:53.470" v="2881"/>
          <ac:spMkLst>
            <pc:docMk/>
            <pc:sldMk cId="1869085012" sldId="263"/>
            <ac:spMk id="4" creationId="{8854C861-08EA-476E-D2E6-21528A6888C0}"/>
          </ac:spMkLst>
        </pc:spChg>
      </pc:sldChg>
      <pc:sldChg chg="modSp new del mod">
        <pc:chgData name="Stefania Claudia Hulpus" userId="982aa7fa-76e5-4678-9740-d903b51a85ca" providerId="ADAL" clId="{97BD6303-4332-43B7-A25B-B1CA9CBEFAB6}" dt="2026-01-08T21:20:13.847" v="2893" actId="2696"/>
        <pc:sldMkLst>
          <pc:docMk/>
          <pc:sldMk cId="2047386457" sldId="264"/>
        </pc:sldMkLst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2047386457" sldId="264"/>
            <ac:spMk id="2" creationId="{BF0DA4A1-1C36-1F06-6D24-57CA0D25C3DC}"/>
          </ac:spMkLst>
        </pc:spChg>
        <pc:spChg chg="mod">
          <ac:chgData name="Stefania Claudia Hulpus" userId="982aa7fa-76e5-4678-9740-d903b51a85ca" providerId="ADAL" clId="{97BD6303-4332-43B7-A25B-B1CA9CBEFAB6}" dt="2026-01-08T16:57:06.350" v="717"/>
          <ac:spMkLst>
            <pc:docMk/>
            <pc:sldMk cId="2047386457" sldId="264"/>
            <ac:spMk id="3" creationId="{67FE6FB9-CA90-B5DD-19EE-7C920F1E635F}"/>
          </ac:spMkLst>
        </pc:spChg>
      </pc:sldChg>
      <pc:sldChg chg="modSp new mod">
        <pc:chgData name="Stefania Claudia Hulpus" userId="982aa7fa-76e5-4678-9740-d903b51a85ca" providerId="ADAL" clId="{97BD6303-4332-43B7-A25B-B1CA9CBEFAB6}" dt="2026-01-08T20:03:28.484" v="1681" actId="20577"/>
        <pc:sldMkLst>
          <pc:docMk/>
          <pc:sldMk cId="623211501" sldId="265"/>
        </pc:sldMkLst>
        <pc:spChg chg="mod">
          <ac:chgData name="Stefania Claudia Hulpus" userId="982aa7fa-76e5-4678-9740-d903b51a85ca" providerId="ADAL" clId="{97BD6303-4332-43B7-A25B-B1CA9CBEFAB6}" dt="2026-01-08T16:57:52.861" v="780" actId="20577"/>
          <ac:spMkLst>
            <pc:docMk/>
            <pc:sldMk cId="623211501" sldId="265"/>
            <ac:spMk id="2" creationId="{0DD4B2CE-F626-0FBD-BD98-80C06F00CA57}"/>
          </ac:spMkLst>
        </pc:spChg>
        <pc:spChg chg="mod">
          <ac:chgData name="Stefania Claudia Hulpus" userId="982aa7fa-76e5-4678-9740-d903b51a85ca" providerId="ADAL" clId="{97BD6303-4332-43B7-A25B-B1CA9CBEFAB6}" dt="2026-01-08T20:03:28.484" v="1681" actId="20577"/>
          <ac:spMkLst>
            <pc:docMk/>
            <pc:sldMk cId="623211501" sldId="265"/>
            <ac:spMk id="3" creationId="{5B3E2584-9093-4D85-0D54-5C68B0E6ED0B}"/>
          </ac:spMkLst>
        </pc:spChg>
      </pc:sldChg>
      <pc:sldChg chg="modSp new mod">
        <pc:chgData name="Stefania Claudia Hulpus" userId="982aa7fa-76e5-4678-9740-d903b51a85ca" providerId="ADAL" clId="{97BD6303-4332-43B7-A25B-B1CA9CBEFAB6}" dt="2026-01-08T20:10:53.651" v="1788" actId="20577"/>
        <pc:sldMkLst>
          <pc:docMk/>
          <pc:sldMk cId="3063009982" sldId="266"/>
        </pc:sldMkLst>
        <pc:spChg chg="mod">
          <ac:chgData name="Stefania Claudia Hulpus" userId="982aa7fa-76e5-4678-9740-d903b51a85ca" providerId="ADAL" clId="{97BD6303-4332-43B7-A25B-B1CA9CBEFAB6}" dt="2026-01-08T19:23:00.562" v="1551" actId="20577"/>
          <ac:spMkLst>
            <pc:docMk/>
            <pc:sldMk cId="3063009982" sldId="266"/>
            <ac:spMk id="2" creationId="{67FF423D-8A83-2654-699F-6AD5EBDBEC9C}"/>
          </ac:spMkLst>
        </pc:spChg>
        <pc:spChg chg="mod">
          <ac:chgData name="Stefania Claudia Hulpus" userId="982aa7fa-76e5-4678-9740-d903b51a85ca" providerId="ADAL" clId="{97BD6303-4332-43B7-A25B-B1CA9CBEFAB6}" dt="2026-01-08T20:10:53.651" v="1788" actId="20577"/>
          <ac:spMkLst>
            <pc:docMk/>
            <pc:sldMk cId="3063009982" sldId="266"/>
            <ac:spMk id="3" creationId="{D6C2162E-34A8-F307-639E-A6B1B5EB92AF}"/>
          </ac:spMkLst>
        </pc:spChg>
      </pc:sldChg>
      <pc:sldChg chg="addSp delSp modSp new mod">
        <pc:chgData name="Stefania Claudia Hulpus" userId="982aa7fa-76e5-4678-9740-d903b51a85ca" providerId="ADAL" clId="{97BD6303-4332-43B7-A25B-B1CA9CBEFAB6}" dt="2026-01-08T21:45:37.354" v="2928" actId="20577"/>
        <pc:sldMkLst>
          <pc:docMk/>
          <pc:sldMk cId="2980115818" sldId="267"/>
        </pc:sldMkLst>
        <pc:spChg chg="mod">
          <ac:chgData name="Stefania Claudia Hulpus" userId="982aa7fa-76e5-4678-9740-d903b51a85ca" providerId="ADAL" clId="{97BD6303-4332-43B7-A25B-B1CA9CBEFAB6}" dt="2026-01-08T20:35:33.587" v="2026" actId="20577"/>
          <ac:spMkLst>
            <pc:docMk/>
            <pc:sldMk cId="2980115818" sldId="267"/>
            <ac:spMk id="2" creationId="{BF4AF4C2-59BA-A442-4903-B6716D4C89EB}"/>
          </ac:spMkLst>
        </pc:spChg>
        <pc:spChg chg="add del mod">
          <ac:chgData name="Stefania Claudia Hulpus" userId="982aa7fa-76e5-4678-9740-d903b51a85ca" providerId="ADAL" clId="{97BD6303-4332-43B7-A25B-B1CA9CBEFAB6}" dt="2026-01-08T21:45:37.354" v="2928" actId="20577"/>
          <ac:spMkLst>
            <pc:docMk/>
            <pc:sldMk cId="2980115818" sldId="267"/>
            <ac:spMk id="3" creationId="{249E4B28-4169-ECF3-ACF3-82EDF5AD4414}"/>
          </ac:spMkLst>
        </pc:spChg>
        <pc:spChg chg="add mod">
          <ac:chgData name="Stefania Claudia Hulpus" userId="982aa7fa-76e5-4678-9740-d903b51a85ca" providerId="ADAL" clId="{97BD6303-4332-43B7-A25B-B1CA9CBEFAB6}" dt="2026-01-08T20:43:39.906" v="2030"/>
          <ac:spMkLst>
            <pc:docMk/>
            <pc:sldMk cId="2980115818" sldId="267"/>
            <ac:spMk id="4" creationId="{25F8C9DB-79BD-9811-403A-ACE9AE5720E1}"/>
          </ac:spMkLst>
        </pc:spChg>
        <pc:spChg chg="add">
          <ac:chgData name="Stefania Claudia Hulpus" userId="982aa7fa-76e5-4678-9740-d903b51a85ca" providerId="ADAL" clId="{97BD6303-4332-43B7-A25B-B1CA9CBEFAB6}" dt="2026-01-08T20:43:57.256" v="2034"/>
          <ac:spMkLst>
            <pc:docMk/>
            <pc:sldMk cId="2980115818" sldId="267"/>
            <ac:spMk id="5" creationId="{F1554865-136E-0AFA-C642-C2D4B7ED746F}"/>
          </ac:spMkLst>
        </pc:spChg>
        <pc:spChg chg="add">
          <ac:chgData name="Stefania Claudia Hulpus" userId="982aa7fa-76e5-4678-9740-d903b51a85ca" providerId="ADAL" clId="{97BD6303-4332-43B7-A25B-B1CA9CBEFAB6}" dt="2026-01-08T20:44:03.116" v="2035"/>
          <ac:spMkLst>
            <pc:docMk/>
            <pc:sldMk cId="2980115818" sldId="267"/>
            <ac:spMk id="6" creationId="{EE714BE2-C15A-CDEA-BAC1-BF494DF6DBF7}"/>
          </ac:spMkLst>
        </pc:spChg>
        <pc:spChg chg="add">
          <ac:chgData name="Stefania Claudia Hulpus" userId="982aa7fa-76e5-4678-9740-d903b51a85ca" providerId="ADAL" clId="{97BD6303-4332-43B7-A25B-B1CA9CBEFAB6}" dt="2026-01-08T20:44:08.580" v="2036"/>
          <ac:spMkLst>
            <pc:docMk/>
            <pc:sldMk cId="2980115818" sldId="267"/>
            <ac:spMk id="7" creationId="{785FFE52-83AC-1528-288F-712379A086DF}"/>
          </ac:spMkLst>
        </pc:spChg>
        <pc:spChg chg="add">
          <ac:chgData name="Stefania Claudia Hulpus" userId="982aa7fa-76e5-4678-9740-d903b51a85ca" providerId="ADAL" clId="{97BD6303-4332-43B7-A25B-B1CA9CBEFAB6}" dt="2026-01-08T20:46:10.107" v="2094"/>
          <ac:spMkLst>
            <pc:docMk/>
            <pc:sldMk cId="2980115818" sldId="267"/>
            <ac:spMk id="8" creationId="{CE0C5254-1097-0711-F32F-F9C461133983}"/>
          </ac:spMkLst>
        </pc:spChg>
        <pc:picChg chg="add mod">
          <ac:chgData name="Stefania Claudia Hulpus" userId="982aa7fa-76e5-4678-9740-d903b51a85ca" providerId="ADAL" clId="{97BD6303-4332-43B7-A25B-B1CA9CBEFAB6}" dt="2026-01-08T21:44:59.984" v="2926" actId="1076"/>
          <ac:picMkLst>
            <pc:docMk/>
            <pc:sldMk cId="2980115818" sldId="267"/>
            <ac:picMk id="10" creationId="{0DC22BF9-E15D-08E7-BF45-184E501A6184}"/>
          </ac:picMkLst>
        </pc:picChg>
      </pc:sldChg>
      <pc:sldChg chg="addSp delSp modSp new mod">
        <pc:chgData name="Stefania Claudia Hulpus" userId="982aa7fa-76e5-4678-9740-d903b51a85ca" providerId="ADAL" clId="{97BD6303-4332-43B7-A25B-B1CA9CBEFAB6}" dt="2026-01-09T11:47:00.640" v="3143" actId="1076"/>
        <pc:sldMkLst>
          <pc:docMk/>
          <pc:sldMk cId="2152315738" sldId="268"/>
        </pc:sldMkLst>
        <pc:spChg chg="mod">
          <ac:chgData name="Stefania Claudia Hulpus" userId="982aa7fa-76e5-4678-9740-d903b51a85ca" providerId="ADAL" clId="{97BD6303-4332-43B7-A25B-B1CA9CBEFAB6}" dt="2026-01-08T21:14:23.545" v="2850" actId="14100"/>
          <ac:spMkLst>
            <pc:docMk/>
            <pc:sldMk cId="2152315738" sldId="268"/>
            <ac:spMk id="2" creationId="{DAF3752B-DAB6-A7C3-DACB-5D9C37B1FE14}"/>
          </ac:spMkLst>
        </pc:spChg>
        <pc:spChg chg="del">
          <ac:chgData name="Stefania Claudia Hulpus" userId="982aa7fa-76e5-4678-9740-d903b51a85ca" providerId="ADAL" clId="{97BD6303-4332-43B7-A25B-B1CA9CBEFAB6}" dt="2026-01-08T21:11:31.151" v="2764"/>
          <ac:spMkLst>
            <pc:docMk/>
            <pc:sldMk cId="2152315738" sldId="268"/>
            <ac:spMk id="3" creationId="{FFE5FC8E-4A18-20D4-2635-81E7BDF4FAF7}"/>
          </ac:spMkLst>
        </pc:spChg>
        <pc:graphicFrameChg chg="add mod modGraphic">
          <ac:chgData name="Stefania Claudia Hulpus" userId="982aa7fa-76e5-4678-9740-d903b51a85ca" providerId="ADAL" clId="{97BD6303-4332-43B7-A25B-B1CA9CBEFAB6}" dt="2026-01-09T11:47:00.640" v="3143" actId="1076"/>
          <ac:graphicFrameMkLst>
            <pc:docMk/>
            <pc:sldMk cId="2152315738" sldId="268"/>
            <ac:graphicFrameMk id="4" creationId="{6A47D08E-2BE7-3B5C-4485-7D9C034C3392}"/>
          </ac:graphicFrameMkLst>
        </pc:graphicFrameChg>
      </pc:sldChg>
      <pc:sldChg chg="addSp modSp new mod">
        <pc:chgData name="Stefania Claudia Hulpus" userId="982aa7fa-76e5-4678-9740-d903b51a85ca" providerId="ADAL" clId="{97BD6303-4332-43B7-A25B-B1CA9CBEFAB6}" dt="2026-01-08T22:23:19.356" v="2996" actId="14100"/>
        <pc:sldMkLst>
          <pc:docMk/>
          <pc:sldMk cId="1245601626" sldId="269"/>
        </pc:sldMkLst>
        <pc:spChg chg="mod">
          <ac:chgData name="Stefania Claudia Hulpus" userId="982aa7fa-76e5-4678-9740-d903b51a85ca" providerId="ADAL" clId="{97BD6303-4332-43B7-A25B-B1CA9CBEFAB6}" dt="2026-01-08T22:23:12.658" v="2994" actId="20577"/>
          <ac:spMkLst>
            <pc:docMk/>
            <pc:sldMk cId="1245601626" sldId="269"/>
            <ac:spMk id="2" creationId="{4F1040EE-C894-CC01-CF1E-90A6826B7EA5}"/>
          </ac:spMkLst>
        </pc:spChg>
        <pc:spChg chg="mod">
          <ac:chgData name="Stefania Claudia Hulpus" userId="982aa7fa-76e5-4678-9740-d903b51a85ca" providerId="ADAL" clId="{97BD6303-4332-43B7-A25B-B1CA9CBEFAB6}" dt="2026-01-08T22:23:08.116" v="2992" actId="14100"/>
          <ac:spMkLst>
            <pc:docMk/>
            <pc:sldMk cId="1245601626" sldId="269"/>
            <ac:spMk id="3" creationId="{D6760900-77B6-5653-05C6-3F985F16722A}"/>
          </ac:spMkLst>
        </pc:spChg>
        <pc:picChg chg="add mod">
          <ac:chgData name="Stefania Claudia Hulpus" userId="982aa7fa-76e5-4678-9740-d903b51a85ca" providerId="ADAL" clId="{97BD6303-4332-43B7-A25B-B1CA9CBEFAB6}" dt="2026-01-08T22:23:19.356" v="2996" actId="14100"/>
          <ac:picMkLst>
            <pc:docMk/>
            <pc:sldMk cId="1245601626" sldId="269"/>
            <ac:picMk id="5" creationId="{EBC410E9-770D-6E30-4066-1904F6542FF3}"/>
          </ac:picMkLst>
        </pc:picChg>
      </pc:sldChg>
      <pc:sldChg chg="addSp modSp new mod">
        <pc:chgData name="Stefania Claudia Hulpus" userId="982aa7fa-76e5-4678-9740-d903b51a85ca" providerId="ADAL" clId="{97BD6303-4332-43B7-A25B-B1CA9CBEFAB6}" dt="2026-01-09T12:03:16.641" v="3273" actId="1076"/>
        <pc:sldMkLst>
          <pc:docMk/>
          <pc:sldMk cId="1083512414" sldId="270"/>
        </pc:sldMkLst>
        <pc:spChg chg="mod">
          <ac:chgData name="Stefania Claudia Hulpus" userId="982aa7fa-76e5-4678-9740-d903b51a85ca" providerId="ADAL" clId="{97BD6303-4332-43B7-A25B-B1CA9CBEFAB6}" dt="2026-01-08T22:24:43.354" v="3021" actId="20577"/>
          <ac:spMkLst>
            <pc:docMk/>
            <pc:sldMk cId="1083512414" sldId="270"/>
            <ac:spMk id="2" creationId="{6D1AB424-B75B-C360-117B-89F80B035478}"/>
          </ac:spMkLst>
        </pc:spChg>
        <pc:spChg chg="mod">
          <ac:chgData name="Stefania Claudia Hulpus" userId="982aa7fa-76e5-4678-9740-d903b51a85ca" providerId="ADAL" clId="{97BD6303-4332-43B7-A25B-B1CA9CBEFAB6}" dt="2026-01-08T22:24:51.830" v="3023" actId="14100"/>
          <ac:spMkLst>
            <pc:docMk/>
            <pc:sldMk cId="1083512414" sldId="270"/>
            <ac:spMk id="3" creationId="{CD30F382-46AB-6C1D-4E1B-38B79FA7F847}"/>
          </ac:spMkLst>
        </pc:spChg>
        <pc:spChg chg="add mod">
          <ac:chgData name="Stefania Claudia Hulpus" userId="982aa7fa-76e5-4678-9740-d903b51a85ca" providerId="ADAL" clId="{97BD6303-4332-43B7-A25B-B1CA9CBEFAB6}" dt="2026-01-09T12:03:16.641" v="3273" actId="1076"/>
          <ac:spMkLst>
            <pc:docMk/>
            <pc:sldMk cId="1083512414" sldId="270"/>
            <ac:spMk id="4" creationId="{79B5BAB5-EBCF-7EBA-6E80-3B5F62292997}"/>
          </ac:spMkLst>
        </pc:spChg>
        <pc:picChg chg="add mod">
          <ac:chgData name="Stefania Claudia Hulpus" userId="982aa7fa-76e5-4678-9740-d903b51a85ca" providerId="ADAL" clId="{97BD6303-4332-43B7-A25B-B1CA9CBEFAB6}" dt="2026-01-08T22:25:01.779" v="3025" actId="14100"/>
          <ac:picMkLst>
            <pc:docMk/>
            <pc:sldMk cId="1083512414" sldId="270"/>
            <ac:picMk id="5" creationId="{B6A4DECD-4805-6C5E-E7D2-81826D6DD6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01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767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2808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3244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265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399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375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12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237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0796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5621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59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3432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9647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1590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1844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908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FD7E0C0-F101-4966-B6FA-82A4246921EA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768C3E2-CA4B-4754-ADA6-4C625D14A5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9142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94417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ty skyline at night&#10;&#10;AI-generated content may be incorrect.">
            <a:extLst>
              <a:ext uri="{FF2B5EF4-FFF2-40B4-BE49-F238E27FC236}">
                <a16:creationId xmlns:a16="http://schemas.microsoft.com/office/drawing/2014/main" id="{DC255A26-3BC8-F067-9FBD-FAE6935CA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50654" y="3893039"/>
            <a:ext cx="4341346" cy="28906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82CB4-EE4D-B84C-4399-45A67742F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521"/>
            <a:ext cx="8957733" cy="2526771"/>
          </a:xfrm>
        </p:spPr>
        <p:txBody>
          <a:bodyPr>
            <a:normAutofit/>
          </a:bodyPr>
          <a:lstStyle/>
          <a:p>
            <a:r>
              <a:rPr lang="ro-RO" dirty="0"/>
              <a:t>Detectarea marcajelor Rutiere utilizând Transformata Hough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AE0E5-7487-27C8-9FEB-F42488DD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771"/>
            <a:ext cx="9144000" cy="1655762"/>
          </a:xfrm>
        </p:spPr>
        <p:txBody>
          <a:bodyPr/>
          <a:lstStyle/>
          <a:p>
            <a:r>
              <a:rPr lang="ro-RO" dirty="0"/>
              <a:t>Gheban Bogdan – George</a:t>
            </a:r>
          </a:p>
          <a:p>
            <a:r>
              <a:rPr lang="ro-RO" dirty="0"/>
              <a:t>Hulpuș Ștefania – Claudia</a:t>
            </a:r>
          </a:p>
          <a:p>
            <a:r>
              <a:rPr lang="ro-RO" dirty="0"/>
              <a:t>Hordoan Darius – Marian </a:t>
            </a:r>
          </a:p>
        </p:txBody>
      </p:sp>
    </p:spTree>
    <p:extLst>
      <p:ext uri="{BB962C8B-B14F-4D97-AF65-F5344CB8AC3E}">
        <p14:creationId xmlns:p14="http://schemas.microsoft.com/office/powerpoint/2010/main" val="40095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utterfly shape with lines and dots&#10;&#10;AI-generated content may be incorrect.">
            <a:extLst>
              <a:ext uri="{FF2B5EF4-FFF2-40B4-BE49-F238E27FC236}">
                <a16:creationId xmlns:a16="http://schemas.microsoft.com/office/drawing/2014/main" id="{98CF0893-5E86-2A52-A98C-358434A8E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67" y="3915831"/>
            <a:ext cx="2650067" cy="26500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F15C7-EEB2-9FC8-DE5B-4B63A51D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Introducere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C3AE-64FD-C3C4-7AE9-D8EFF58B1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Context: Sistemele ADAS (Advanced Driver-Assistance Systems) necesită detectarea precisă a benzilor de rulare.</a:t>
            </a:r>
          </a:p>
          <a:p>
            <a:r>
              <a:rPr lang="ro-RO" dirty="0"/>
              <a:t>Limitarea Hough Transform (HT) standard: Transformata Hough clasică identifică doar drepte infinite, nu segmente cu puncte de capăt bine definite.</a:t>
            </a:r>
          </a:p>
          <a:p>
            <a:r>
              <a:rPr lang="ro-RO" dirty="0"/>
              <a:t>Problema coliniarității: Dificultate în a diferenția segmente multiple (de exemplu, liniile întrerupte) care se află pe aceeași dreaptă.</a:t>
            </a:r>
          </a:p>
          <a:p>
            <a:r>
              <a:rPr lang="ro-RO" dirty="0"/>
              <a:t>Soluția propusă: Un algoritm robust care „privește” dincolo de vârful din spațiul Hough pentru a localiza capetele segmentelor și care analizează distribuția voturilor din jurul acestor vârfuri pentru a reconstrui fidel fiecare segment individual, asigurând o precizie sub-pixel și performanță în timp real."</a:t>
            </a:r>
          </a:p>
        </p:txBody>
      </p:sp>
    </p:spTree>
    <p:extLst>
      <p:ext uri="{BB962C8B-B14F-4D97-AF65-F5344CB8AC3E}">
        <p14:creationId xmlns:p14="http://schemas.microsoft.com/office/powerpoint/2010/main" val="322554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B2CE-F626-0FBD-BD98-80C06F00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Fundamentare teoretică – spațiul parametric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E2584-9093-4D85-0D54-5C68B0E6ED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o-RO" dirty="0"/>
                  <a:t>Forma originală a HT folosea reprezentarea carteziană a dreptei: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o-RO" dirty="0"/>
                  <a:t> , unde m – panta dreptei si c – punctul de intersecție cu axa y.</a:t>
                </a:r>
              </a:p>
              <a:p>
                <a:r>
                  <a:rPr lang="ro-RO" dirty="0"/>
                  <a:t> </a:t>
                </a:r>
                <a:r>
                  <a:rPr lang="ro-RO" b="1" dirty="0"/>
                  <a:t>Parametrizarea polară</a:t>
                </a:r>
                <a:r>
                  <a:rPr lang="ro-RO" dirty="0"/>
                  <a:t>: </a:t>
                </a:r>
                <a:r>
                  <a:rPr lang="ro-RO" dirty="0">
                    <a:sym typeface="Symbol" panose="05050102010706020507" pitchFamily="18" charset="2"/>
                  </a:rPr>
                  <a:t>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+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∗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𝑠𝑖𝑛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ro-RO" dirty="0"/>
                  <a:t> , unde: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o-RO" dirty="0"/>
                  <a:t>; D = diagonala imaginii; </a:t>
                </a:r>
                <a:r>
                  <a:rPr lang="ro-RO" dirty="0">
                    <a:sym typeface="Symbol" panose="05050102010706020507" pitchFamily="18" charset="2"/>
                  </a:rPr>
                  <a:t> = </a:t>
                </a:r>
                <a:r>
                  <a:rPr lang="ro-RO" dirty="0"/>
                  <a:t>distanța algebrică de la origine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0;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ro-RO" dirty="0"/>
                  <a:t> = unghiul pe care normala la dreaptă îl face cu axa x.</a:t>
                </a:r>
              </a:p>
              <a:p>
                <a:r>
                  <a:rPr lang="ro-RO" sz="2000" i="0" dirty="0">
                    <a:solidFill>
                      <a:schemeClr val="accent2"/>
                    </a:solidFill>
                    <a:effectLst/>
                    <a:latin typeface="+mj-lt"/>
                  </a:rPr>
                  <a:t>Fiecare punct </a:t>
                </a:r>
                <a:r>
                  <a:rPr lang="ro-RO" sz="2000" i="1" dirty="0">
                    <a:solidFill>
                      <a:schemeClr val="accent2"/>
                    </a:solidFill>
                    <a:effectLst/>
                    <a:latin typeface="+mj-lt"/>
                  </a:rPr>
                  <a:t>(x, y)</a:t>
                </a:r>
                <a:r>
                  <a:rPr lang="ro-RO" sz="2000" i="0" dirty="0">
                    <a:solidFill>
                      <a:schemeClr val="accent2"/>
                    </a:solidFill>
                    <a:effectLst/>
                    <a:latin typeface="+mj-lt"/>
                  </a:rPr>
                  <a:t> din spațiul imaginii corespunde unei curbe sinusoidale în spațiul parametric bidimensional </a:t>
                </a:r>
                <a:r>
                  <a:rPr lang="ro-RO" sz="2000" i="1" dirty="0">
                    <a:solidFill>
                      <a:schemeClr val="accent2"/>
                    </a:solidFill>
                    <a:effectLst/>
                    <a:latin typeface="+mj-lt"/>
                  </a:rPr>
                  <a:t>(ρ, θ), </a:t>
                </a:r>
                <a:r>
                  <a:rPr lang="ro-RO" sz="2000" i="0" dirty="0">
                    <a:solidFill>
                      <a:schemeClr val="accent2"/>
                    </a:solidFill>
                    <a:effectLst/>
                    <a:latin typeface="+mj-lt"/>
                  </a:rPr>
                  <a:t>denumit și </a:t>
                </a:r>
                <a:r>
                  <a:rPr lang="ro-RO" sz="2000" i="0" u="sng" dirty="0">
                    <a:solidFill>
                      <a:schemeClr val="accent2"/>
                    </a:solidFill>
                    <a:effectLst/>
                    <a:latin typeface="+mj-lt"/>
                  </a:rPr>
                  <a:t>spațiu Hough sau Acumulator =&gt; </a:t>
                </a:r>
                <a:r>
                  <a:rPr lang="ro-RO" sz="2000" b="1" i="0" u="sng" dirty="0">
                    <a:solidFill>
                      <a:schemeClr val="accent2"/>
                    </a:solidFill>
                    <a:effectLst/>
                    <a:latin typeface="+mj-lt"/>
                  </a:rPr>
                  <a:t>o matrice bidimensională    </a:t>
                </a:r>
                <a:r>
                  <a:rPr lang="ro-RO" sz="2000" b="1" i="1" dirty="0">
                    <a:solidFill>
                      <a:schemeClr val="accent2"/>
                    </a:solidFill>
                    <a:effectLst/>
                    <a:latin typeface="+mj-lt"/>
                  </a:rPr>
                  <a:t>(ρ, θ).</a:t>
                </a:r>
                <a:endParaRPr lang="ro-RO" b="1" dirty="0">
                  <a:latin typeface="+mj-lt"/>
                </a:endParaRPr>
              </a:p>
              <a:p>
                <a:pPr marL="0" indent="0">
                  <a:buNone/>
                </a:pPr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E2584-9093-4D85-0D54-5C68B0E6E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6" t="-2530" r="-5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21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423D-8A83-2654-699F-6AD5EBDB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Procesul de votare și crearea punctelor de vârf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162E-34A8-F307-639E-A6B1B5EB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b="1" dirty="0"/>
              <a:t>Procesul de votare </a:t>
            </a:r>
            <a:r>
              <a:rPr lang="ro-RO" dirty="0"/>
              <a:t>- Pentru fiecare punct de margine din imagine, se incrementează toate celulele acumulatorului de-a lungul sinusoidei sale.</a:t>
            </a:r>
          </a:p>
          <a:p>
            <a:r>
              <a:rPr lang="ro-RO" dirty="0"/>
              <a:t>Un set de puncte coliniare din imagine va genera sinusoidale care </a:t>
            </a:r>
            <a:r>
              <a:rPr lang="ro-RO" u="sng" dirty="0"/>
              <a:t>se intersectează într-o singură celulă a spațiului parametrilor</a:t>
            </a:r>
            <a:r>
              <a:rPr lang="ro-RO" dirty="0"/>
              <a:t>. </a:t>
            </a:r>
          </a:p>
          <a:p>
            <a:r>
              <a:rPr lang="ro-RO" dirty="0"/>
              <a:t>Această celulă a acumulat un număr mare de voturi, producând </a:t>
            </a:r>
            <a:r>
              <a:rPr lang="ro-RO" b="1" dirty="0"/>
              <a:t>un „vârf” sau „peak”. </a:t>
            </a:r>
            <a:r>
              <a:rPr lang="ro-RO" dirty="0">
                <a:solidFill>
                  <a:schemeClr val="accent2"/>
                </a:solidFill>
              </a:rPr>
              <a:t>Astfel, vârful indică prezența unei drepte potențiale în imagine.</a:t>
            </a:r>
          </a:p>
          <a:p>
            <a:r>
              <a:rPr lang="ro-RO" dirty="0">
                <a:solidFill>
                  <a:schemeClr val="accent2"/>
                </a:solidFill>
              </a:rPr>
              <a:t>Abordarea globală bazată pe HT transformă problema detectării dreptelor în spațiul imaginii într-o problemă de detectare a vârfurilor în spațiul Hough.</a:t>
            </a:r>
          </a:p>
          <a:p>
            <a:r>
              <a:rPr lang="ro-RO" dirty="0">
                <a:solidFill>
                  <a:schemeClr val="accent2"/>
                </a:solidFill>
              </a:rPr>
              <a:t>Cel mai inalt punct de votare = varf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009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FB79-618D-78B8-FBB1-B1CBA66D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336412"/>
            <a:ext cx="8534400" cy="1507067"/>
          </a:xfrm>
        </p:spPr>
        <p:txBody>
          <a:bodyPr/>
          <a:lstStyle/>
          <a:p>
            <a:r>
              <a:rPr lang="ro-RO" dirty="0"/>
              <a:t>Nucleul algoritmului</a:t>
            </a:r>
            <a:br>
              <a:rPr lang="ro-RO" dirty="0"/>
            </a:br>
            <a:r>
              <a:rPr lang="ro-RO" dirty="0"/>
              <a:t>butterfly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A306D-95CE-2934-FFD7-9ECA41E2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204"/>
            <a:ext cx="8534400" cy="3615267"/>
          </a:xfrm>
        </p:spPr>
        <p:txBody>
          <a:bodyPr/>
          <a:lstStyle/>
          <a:p>
            <a:r>
              <a:rPr lang="ro-RO" dirty="0">
                <a:solidFill>
                  <a:schemeClr val="accent2"/>
                </a:solidFill>
              </a:rPr>
              <a:t>„Forma de fluture” descrie răspândirea distinctă a voturilor în spațiul parametrilor Hough în jurul unui vârf detectat.</a:t>
            </a:r>
          </a:p>
          <a:p>
            <a:r>
              <a:rPr lang="ro-RO" dirty="0"/>
              <a:t>Proprietăți geometrice: Structura conține informații despre lungimea, poziția și orientarea segmentului original.</a:t>
            </a:r>
          </a:p>
          <a:p>
            <a:r>
              <a:rPr lang="ro-RO" dirty="0"/>
              <a:t>Componente: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Orientarea aripilor: Se modifică odată cu unghiul </a:t>
            </a:r>
            <a:r>
              <a:rPr lang="ro-RO" dirty="0">
                <a:sym typeface="Symbol" panose="05050102010706020507" pitchFamily="18" charset="2"/>
              </a:rPr>
              <a:t></a:t>
            </a:r>
            <a:r>
              <a:rPr lang="ro-RO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Lățimea aripilor: Variază proporțional cu lungimea segmentului în imagine.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Înclinația: Depinde de poziția dreptei în cadrul imaginii.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16A00-A05D-CF4A-8148-861E850A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027" y="3618471"/>
            <a:ext cx="5619973" cy="3244788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5B7B96FA-06FE-F634-B8AF-119C1DD5BC35}"/>
              </a:ext>
            </a:extLst>
          </p:cNvPr>
          <p:cNvSpPr/>
          <p:nvPr/>
        </p:nvSpPr>
        <p:spPr>
          <a:xfrm>
            <a:off x="10210800" y="2517290"/>
            <a:ext cx="127000" cy="22023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6624E29-DC9D-54C5-3AE8-DBDA1DD61A45}"/>
              </a:ext>
            </a:extLst>
          </p:cNvPr>
          <p:cNvSpPr/>
          <p:nvPr/>
        </p:nvSpPr>
        <p:spPr>
          <a:xfrm rot="1435641" flipH="1">
            <a:off x="9127897" y="2370672"/>
            <a:ext cx="129220" cy="316074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E646AD-278F-C3EF-2C1C-1C8727DFEB63}"/>
              </a:ext>
            </a:extLst>
          </p:cNvPr>
          <p:cNvSpPr/>
          <p:nvPr/>
        </p:nvSpPr>
        <p:spPr>
          <a:xfrm>
            <a:off x="10058400" y="4719652"/>
            <a:ext cx="397933" cy="2841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F97FFA-0135-7133-9793-2077F37BA492}"/>
              </a:ext>
            </a:extLst>
          </p:cNvPr>
          <p:cNvSpPr/>
          <p:nvPr/>
        </p:nvSpPr>
        <p:spPr>
          <a:xfrm>
            <a:off x="8263467" y="5494867"/>
            <a:ext cx="347133" cy="279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7250B-16E0-E28A-0537-77A8F28B6649}"/>
              </a:ext>
            </a:extLst>
          </p:cNvPr>
          <p:cNvSpPr txBox="1"/>
          <p:nvPr/>
        </p:nvSpPr>
        <p:spPr>
          <a:xfrm>
            <a:off x="9124949" y="2002309"/>
            <a:ext cx="266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Vârfuri / peaks</a:t>
            </a:r>
          </a:p>
        </p:txBody>
      </p:sp>
    </p:spTree>
    <p:extLst>
      <p:ext uri="{BB962C8B-B14F-4D97-AF65-F5344CB8AC3E}">
        <p14:creationId xmlns:p14="http://schemas.microsoft.com/office/powerpoint/2010/main" val="418019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ED5D-6043-BCD6-F650-65AB3023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Reconstrucția segmentelor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00C0-55F3-4DFD-F1CD-B2FC4101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b="1" dirty="0"/>
              <a:t>Rezolvarea de Sisteme de ecuații liniare:</a:t>
            </a:r>
            <a:r>
              <a:rPr lang="ro-RO" dirty="0"/>
              <a:t> Utilizarea a două seturi de ecuații simultane pentru a intersecta limitele aripilor fluturelui.</a:t>
            </a:r>
          </a:p>
          <a:p>
            <a:r>
              <a:rPr lang="ro-RO" dirty="0"/>
              <a:t>Pentru un segment arbitrar se formează două seturi de ecuații simultane utilizând două valori </a:t>
            </a:r>
            <a:r>
              <a:rPr lang="el-GR" dirty="0"/>
              <a:t>ρ (</a:t>
            </a:r>
            <a:r>
              <a:rPr lang="ro-RO" dirty="0"/>
              <a:t>de exemplu </a:t>
            </a:r>
            <a:r>
              <a:rPr lang="el-GR" dirty="0"/>
              <a:t>ρ₁ </a:t>
            </a:r>
            <a:r>
              <a:rPr lang="ro-RO" dirty="0"/>
              <a:t>și </a:t>
            </a:r>
            <a:r>
              <a:rPr lang="el-GR" dirty="0"/>
              <a:t>ρ₂) </a:t>
            </a:r>
            <a:r>
              <a:rPr lang="ro-RO" dirty="0"/>
              <a:t>corespunzătoare unor unghiuri </a:t>
            </a:r>
            <a:r>
              <a:rPr lang="el-GR" dirty="0"/>
              <a:t>θ </a:t>
            </a:r>
            <a:r>
              <a:rPr lang="ro-RO" dirty="0"/>
              <a:t>diferite </a:t>
            </a:r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Se analizează segmentul cu capetele determinate de punctele A(x1; y1) și B(x2; y2) și se consideră 2 valori ale lui  </a:t>
            </a:r>
            <a:r>
              <a:rPr lang="el-GR" dirty="0"/>
              <a:t>θ, θ</a:t>
            </a:r>
            <a:r>
              <a:rPr lang="ro-RO" dirty="0"/>
              <a:t>l (la stanga vârfului) și </a:t>
            </a:r>
            <a:r>
              <a:rPr lang="el-GR" dirty="0"/>
              <a:t>θ</a:t>
            </a:r>
            <a:r>
              <a:rPr lang="ro-RO" dirty="0"/>
              <a:t>r (la dreapta vârfului), se poate deduce un  sistem cu 4 ecuații</a:t>
            </a:r>
          </a:p>
          <a:p>
            <a:r>
              <a:rPr lang="ro-RO" dirty="0">
                <a:solidFill>
                  <a:schemeClr val="accent2"/>
                </a:solidFill>
              </a:rPr>
              <a:t>Soluția sistemelor furnizează punctele de intersecție considerate capete ale segmentului [AB].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01168-3F35-BEE8-4172-6456CFF1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989" y="1855981"/>
            <a:ext cx="3098242" cy="717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A6981-E6B4-5BBA-D1CC-4CAA3BF47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896" y="3787914"/>
            <a:ext cx="2822428" cy="139883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CFB8159-9149-7B18-4685-EB4BD93D4226}"/>
              </a:ext>
            </a:extLst>
          </p:cNvPr>
          <p:cNvSpPr/>
          <p:nvPr/>
        </p:nvSpPr>
        <p:spPr>
          <a:xfrm>
            <a:off x="7239922" y="2133599"/>
            <a:ext cx="1237978" cy="2709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4C5E155-3F19-3A7E-CADD-ABA50C333EF5}"/>
              </a:ext>
            </a:extLst>
          </p:cNvPr>
          <p:cNvSpPr/>
          <p:nvPr/>
        </p:nvSpPr>
        <p:spPr>
          <a:xfrm rot="5400000">
            <a:off x="9916621" y="3021238"/>
            <a:ext cx="803540" cy="232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753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F4C2-59BA-A442-4903-B6716D4C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Detectarea simultană a mai multor segmente de dreaptă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E4B28-4169-ECF3-ACF3-82EDF5AD4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491068"/>
                <a:ext cx="8534400" cy="3810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o-RO" b="1" dirty="0"/>
                  <a:t>Fereastra de Interes Adaptivă</a:t>
                </a:r>
                <a:r>
                  <a:rPr lang="ro-RO" dirty="0"/>
                  <a:t>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ro-RO" dirty="0"/>
                  <a:t>Izolează structura „fluture” a fiecărui vârf pentru a evita contaminarea între segmente apropiate.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ro-RO" dirty="0"/>
                  <a:t>Dimensiunea este calculată în funcție de cea mai lungă dreaptă posibilă în imagine.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ro-RO" dirty="0"/>
                  <a:t>Definită prin deplasamentele: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±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±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dirty="0"/>
                  <a:t>, unde </a:t>
                </a:r>
                <a:r>
                  <a:rPr lang="ro-RO" dirty="0">
                    <a:sym typeface="Symbol" panose="05050102010706020507" pitchFamily="18" charset="2"/>
                  </a:rPr>
                  <a:t>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[5°;10°]</m:t>
                    </m:r>
                  </m:oMath>
                </a14:m>
                <a:endParaRPr lang="ro-RO" dirty="0"/>
              </a:p>
              <a:p>
                <a:r>
                  <a:rPr lang="ro-RO" b="1" dirty="0"/>
                  <a:t>Analiza Locală a Distribuției (</a:t>
                </a:r>
                <a:r>
                  <a:rPr lang="ro-RO" dirty="0"/>
                  <a:t>doar în interiorul ei ferestrei de interes</a:t>
                </a:r>
                <a:r>
                  <a:rPr lang="ro-RO" b="1" dirty="0"/>
                  <a:t>)</a:t>
                </a:r>
                <a:r>
                  <a:rPr lang="ro-RO" dirty="0"/>
                  <a:t>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ro-RO" dirty="0"/>
                  <a:t>Extragerea limitelor superioare si inferioare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dirty="0"/>
                  <a:t>) ale fluturelui la unghiurile alese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ro-RO" dirty="0"/>
                  <a:t>Introducerea acestor limite in sistemul de ecuații pentru determinarea capetelor fiecărui segment individual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E4B28-4169-ECF3-ACF3-82EDF5AD4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491068"/>
                <a:ext cx="8534400" cy="3810000"/>
              </a:xfrm>
              <a:blipFill>
                <a:blip r:embed="rId2"/>
                <a:stretch>
                  <a:fillRect l="-286" t="-256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DC22BF9-E15D-08E7-BF45-184E501A6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12" y="3838952"/>
            <a:ext cx="3360390" cy="28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1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7054-E066-A41E-25FA-AAB62968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 </a:t>
            </a:r>
            <a:br>
              <a:rPr lang="ro-RO" dirty="0"/>
            </a:br>
            <a:r>
              <a:rPr lang="ro-RO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CABB-BC65-881F-F88B-25C566769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0"/>
            <a:ext cx="8408988" cy="3513667"/>
          </a:xfrm>
        </p:spPr>
        <p:txBody>
          <a:bodyPr>
            <a:normAutofit/>
          </a:bodyPr>
          <a:lstStyle/>
          <a:p>
            <a:r>
              <a:rPr lang="ro-RO" dirty="0"/>
              <a:t>Arhitectură Modulară (Python): Separarea responsabilităților în module dedicate pentru Preprocesare, Transformata Hough, Detecția Vârfurilor și Reconstrucție.</a:t>
            </a:r>
          </a:p>
          <a:p>
            <a:r>
              <a:rPr lang="ro-RO" dirty="0"/>
              <a:t>Fluxul de Procesare:</a:t>
            </a:r>
          </a:p>
          <a:p>
            <a:pPr marL="457200" lvl="1" indent="0">
              <a:buNone/>
            </a:pPr>
            <a:r>
              <a:rPr lang="ro-RO" dirty="0"/>
              <a:t>1. Preprocesare &amp; ROI: Conversie grayscale, Filtru Gaussian și mască trapezoidală pentru zona drumului.</a:t>
            </a:r>
          </a:p>
          <a:p>
            <a:pPr marL="457200" lvl="1" indent="0">
              <a:buNone/>
            </a:pPr>
            <a:r>
              <a:rPr lang="ro-RO" dirty="0"/>
              <a:t>2. Canny Edge Detection: Extragerea contururilor cu praguri adaptabile.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50BF8D-2BE5-9405-D271-471F96D1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4" t="414"/>
          <a:stretch/>
        </p:blipFill>
        <p:spPr>
          <a:xfrm>
            <a:off x="5554133" y="3107267"/>
            <a:ext cx="5953654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2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40EE-C894-CC01-CF1E-90A6826B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 </a:t>
            </a:r>
            <a:br>
              <a:rPr lang="ro-RO" dirty="0"/>
            </a:br>
            <a:r>
              <a:rPr lang="ro-RO" dirty="0"/>
              <a:t>software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60900-77B6-5653-05C6-3F985F167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685801"/>
                <a:ext cx="8713788" cy="1820332"/>
              </a:xfrm>
            </p:spPr>
            <p:txBody>
              <a:bodyPr/>
              <a:lstStyle/>
              <a:p>
                <a:pPr marL="457200" lvl="1" indent="0">
                  <a:buNone/>
                </a:pPr>
                <a:r>
                  <a:rPr lang="ro-RO" dirty="0"/>
                  <a:t>3. Acumulare Hough: Crearea matricii de voturi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dirty="0"/>
                  <a:t> </a:t>
                </a:r>
              </a:p>
              <a:p>
                <a:pPr marL="457200" lvl="1" indent="0">
                  <a:buNone/>
                </a:pPr>
                <a:endParaRPr lang="ro-RO" dirty="0"/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60900-77B6-5653-05C6-3F985F167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685801"/>
                <a:ext cx="8713788" cy="182033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BC410E9-770D-6E30-4066-1904F6542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716" y="1595966"/>
            <a:ext cx="7036498" cy="401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01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B424-B75B-C360-117B-89F80B03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</a:t>
            </a:r>
            <a:br>
              <a:rPr lang="ro-RO" dirty="0"/>
            </a:br>
            <a:r>
              <a:rPr lang="ro-RO" dirty="0"/>
              <a:t>software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0F382-46AB-6C1D-4E1B-38B79FA7F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685800"/>
                <a:ext cx="8349721" cy="1896533"/>
              </a:xfrm>
            </p:spPr>
            <p:txBody>
              <a:bodyPr/>
              <a:lstStyle/>
              <a:p>
                <a:r>
                  <a:rPr lang="ro-RO" dirty="0"/>
                  <a:t>4. Peak Detection &amp; Butterfly: Identificarea liniilor principale și calcularea punctelor de capăt + un filtru care elimină liniile orizontale (între </a:t>
                </a:r>
                <a14:m>
                  <m:oMath xmlns:m="http://schemas.openxmlformats.org/officeDocument/2006/math">
                    <m:r>
                      <a:rPr lang="ro-R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</m:t>
                    </m:r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100°</m:t>
                    </m:r>
                  </m:oMath>
                </a14:m>
                <a:r>
                  <a:rPr lang="ro-RO" dirty="0"/>
                  <a:t>) punând accentul pe marcajele rutiere.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0F382-46AB-6C1D-4E1B-38B79FA7F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685800"/>
                <a:ext cx="8349721" cy="1896533"/>
              </a:xfrm>
              <a:blipFill>
                <a:blip r:embed="rId2"/>
                <a:stretch>
                  <a:fillRect l="-29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A4DECD-4805-6C5E-E7D2-81826D6DD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12" y="2156112"/>
            <a:ext cx="6668078" cy="4016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B5BAB5-EBCF-7EBA-6E80-3B5F62292997}"/>
              </a:ext>
            </a:extLst>
          </p:cNvPr>
          <p:cNvSpPr txBox="1"/>
          <p:nvPr/>
        </p:nvSpPr>
        <p:spPr>
          <a:xfrm>
            <a:off x="7484533" y="6172200"/>
            <a:ext cx="201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Imaginea 5</a:t>
            </a:r>
          </a:p>
        </p:txBody>
      </p:sp>
    </p:spTree>
    <p:extLst>
      <p:ext uri="{BB962C8B-B14F-4D97-AF65-F5344CB8AC3E}">
        <p14:creationId xmlns:p14="http://schemas.microsoft.com/office/powerpoint/2010/main" val="108351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7DBC-7FAD-3B96-1D95-1A169446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experimentale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3721B-3317-C013-3768-4F5B4BC9B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9179455" cy="3683000"/>
          </a:xfrm>
        </p:spPr>
        <p:txBody>
          <a:bodyPr>
            <a:normAutofit fontScale="92500" lnSpcReduction="10000"/>
          </a:bodyPr>
          <a:lstStyle/>
          <a:p>
            <a:r>
              <a:rPr lang="ro-RO" dirty="0"/>
              <a:t>Set de date: Utilizarea setului public TUSimple Lane Detection Challenge, un standard în industria ADAS.</a:t>
            </a:r>
          </a:p>
          <a:p>
            <a:r>
              <a:rPr lang="ro-RO" dirty="0"/>
              <a:t>Subset de test: Selecția a 6 imagini reprezentative acoperind diverse scenarii: autostradă, curbe, amurg și marcaje uzate.</a:t>
            </a:r>
          </a:p>
          <a:p>
            <a:r>
              <a:rPr lang="ro-RO" dirty="0"/>
              <a:t>Procesul de Tuning: Optimizarea iterativă a parametrilor prin intermediul interfeței grafice pentru fiecare imagine.</a:t>
            </a:r>
          </a:p>
          <a:p>
            <a:r>
              <a:rPr lang="ro-RO" dirty="0"/>
              <a:t>Obiectivul: Identificarea configurației care asigură o detecție precisă a marcajelor rutiere, minimizând în același timp zgomotul.</a:t>
            </a:r>
          </a:p>
          <a:p>
            <a:pPr marL="0" indent="0">
              <a:buNone/>
            </a:pPr>
            <a:r>
              <a:rPr lang="ro-RO" dirty="0"/>
              <a:t> =&gt; Să găsim acel set de valori — pragurile Canny, mărimea vecinătății sau deschiderea unghiulară a fluturelui — care oferă cea mai curată descriere a drumului</a:t>
            </a:r>
          </a:p>
        </p:txBody>
      </p:sp>
    </p:spTree>
    <p:extLst>
      <p:ext uri="{BB962C8B-B14F-4D97-AF65-F5344CB8AC3E}">
        <p14:creationId xmlns:p14="http://schemas.microsoft.com/office/powerpoint/2010/main" val="3245785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752B-DAB6-A7C3-DACB-5D9C37B1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77" y="0"/>
            <a:ext cx="11355389" cy="1388533"/>
          </a:xfrm>
        </p:spPr>
        <p:txBody>
          <a:bodyPr/>
          <a:lstStyle/>
          <a:p>
            <a:r>
              <a:rPr lang="ro-RO" dirty="0"/>
              <a:t>Tabel centralizator al parametrilor optimi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47D08E-2BE7-3B5C-4485-7D9C034C33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79582"/>
              </p:ext>
            </p:extLst>
          </p:nvPr>
        </p:nvGraphicFramePr>
        <p:xfrm>
          <a:off x="1283816" y="1371599"/>
          <a:ext cx="9766710" cy="513379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181396580"/>
                    </a:ext>
                  </a:extLst>
                </a:gridCol>
                <a:gridCol w="1786466">
                  <a:extLst>
                    <a:ext uri="{9D8B030D-6E8A-4147-A177-3AD203B41FA5}">
                      <a16:colId xmlns:a16="http://schemas.microsoft.com/office/drawing/2014/main" val="366246390"/>
                    </a:ext>
                  </a:extLst>
                </a:gridCol>
                <a:gridCol w="1744134">
                  <a:extLst>
                    <a:ext uri="{9D8B030D-6E8A-4147-A177-3AD203B41FA5}">
                      <a16:colId xmlns:a16="http://schemas.microsoft.com/office/drawing/2014/main" val="1058478368"/>
                    </a:ext>
                  </a:extLst>
                </a:gridCol>
                <a:gridCol w="1405466">
                  <a:extLst>
                    <a:ext uri="{9D8B030D-6E8A-4147-A177-3AD203B41FA5}">
                      <a16:colId xmlns:a16="http://schemas.microsoft.com/office/drawing/2014/main" val="4122696612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2527372884"/>
                    </a:ext>
                  </a:extLst>
                </a:gridCol>
                <a:gridCol w="1223844">
                  <a:extLst>
                    <a:ext uri="{9D8B030D-6E8A-4147-A177-3AD203B41FA5}">
                      <a16:colId xmlns:a16="http://schemas.microsoft.com/office/drawing/2014/main" val="3051812397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3172033051"/>
                    </a:ext>
                  </a:extLst>
                </a:gridCol>
              </a:tblGrid>
              <a:tr h="1440711"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Nr. Imagine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Tip Scenariu / Vizibilitate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>
                          <a:solidFill>
                            <a:srgbClr val="1F1F1F"/>
                          </a:solidFill>
                          <a:effectLst/>
                        </a:rPr>
                        <a:t>Canny (Min/Max)</a:t>
                      </a:r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Neighborhood Size (px)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>
                          <a:solidFill>
                            <a:srgbClr val="1F1F1F"/>
                          </a:solidFill>
                          <a:effectLst/>
                        </a:rPr>
                        <a:t>Rel. Threshold</a:t>
                      </a:r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l-GR" sz="1400" b="1">
                          <a:solidFill>
                            <a:srgbClr val="1F1F1F"/>
                          </a:solidFill>
                          <a:effectLst/>
                        </a:rPr>
                        <a:t>Δθ (</a:t>
                      </a:r>
                      <a:r>
                        <a:rPr lang="ro-RO" sz="1400" b="1">
                          <a:solidFill>
                            <a:srgbClr val="1F1F1F"/>
                          </a:solidFill>
                          <a:effectLst/>
                        </a:rPr>
                        <a:t>Grade)</a:t>
                      </a:r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Scan Threshold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3503077331"/>
                  </a:ext>
                </a:extLst>
              </a:tr>
              <a:tr h="479884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Autostradă / Zi însorită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68 / 172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0.33 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0.29 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765339642"/>
                  </a:ext>
                </a:extLst>
              </a:tr>
              <a:tr h="864216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Marcaj continuu / Contrast ridicat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61 / 146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0.70 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0.26 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185817726"/>
                  </a:ext>
                </a:extLst>
              </a:tr>
              <a:tr h="6720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Condiții de amurg / Umbre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51 / 153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0.27 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0.23 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3213043918"/>
                  </a:ext>
                </a:extLst>
              </a:tr>
              <a:tr h="479884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Autostradă (Unghi larg)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75 / 193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0.70 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0.33 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2287475720"/>
                  </a:ext>
                </a:extLst>
              </a:tr>
              <a:tr h="479884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Carosabil uzat / Marcaj șters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68 / 172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0.47 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0.15 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826248832"/>
                  </a:ext>
                </a:extLst>
              </a:tr>
              <a:tr h="6720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1" dirty="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Perspectivă lungă / Cer senin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61 / 164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41 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0.70 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>
                          <a:solidFill>
                            <a:srgbClr val="1F1F1F"/>
                          </a:solidFill>
                          <a:effectLst/>
                        </a:rPr>
                        <a:t>2 </a:t>
                      </a:r>
                      <a:endParaRPr lang="ro-RO" sz="2400" b="0" i="0">
                        <a:effectLst/>
                      </a:endParaRPr>
                    </a:p>
                  </a:txBody>
                  <a:tcPr marL="68203" marR="68203" marT="34101" marB="3410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o-RO" sz="1400" b="0" dirty="0">
                          <a:solidFill>
                            <a:srgbClr val="1F1F1F"/>
                          </a:solidFill>
                          <a:effectLst/>
                        </a:rPr>
                        <a:t>0.29 </a:t>
                      </a:r>
                      <a:endParaRPr lang="ro-RO" sz="2400" b="0" i="0" dirty="0">
                        <a:effectLst/>
                      </a:endParaRPr>
                    </a:p>
                  </a:txBody>
                  <a:tcPr marL="68203" marR="68203" marT="34101" marB="34101" anchor="ctr"/>
                </a:tc>
                <a:extLst>
                  <a:ext uri="{0D108BD9-81ED-4DB2-BD59-A6C34878D82A}">
                    <a16:rowId xmlns:a16="http://schemas.microsoft.com/office/drawing/2014/main" val="370763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31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CD7C-EBF1-BC45-07E2-83AA1A89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17533"/>
            <a:ext cx="8534400" cy="1176866"/>
          </a:xfrm>
        </p:spPr>
        <p:txBody>
          <a:bodyPr/>
          <a:lstStyle/>
          <a:p>
            <a:r>
              <a:rPr lang="ro-RO" dirty="0"/>
              <a:t>Concluzii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758E-B5FB-595A-9345-3A28C8DE1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799"/>
            <a:ext cx="9848322" cy="3953934"/>
          </a:xfrm>
        </p:spPr>
        <p:txBody>
          <a:bodyPr>
            <a:normAutofit fontScale="85000" lnSpcReduction="20000"/>
          </a:bodyPr>
          <a:lstStyle/>
          <a:p>
            <a:r>
              <a:rPr lang="ro-RO" b="1" dirty="0"/>
              <a:t>Robustețea Metodei </a:t>
            </a:r>
            <a:r>
              <a:rPr lang="ro-RO" dirty="0"/>
              <a:t>=&gt; Algoritmul nu depinde de claritatea unui singur vârf, eliminând erorile de contopire a liniilor paralele.</a:t>
            </a:r>
          </a:p>
          <a:p>
            <a:r>
              <a:rPr lang="ro-RO" b="1" dirty="0"/>
              <a:t>Stabilitate Parametrică </a:t>
            </a:r>
            <a:r>
              <a:rPr lang="ro-RO" dirty="0"/>
              <a:t>=&gt; Valoarea de 41 px pentru Neighborhood Size a asigurat separarea corectă a benzilor paralele (banda stângă și banda dreaptă) în toate scenariile.</a:t>
            </a:r>
          </a:p>
          <a:p>
            <a:r>
              <a:rPr lang="ro-RO" b="1" dirty="0"/>
              <a:t>Adaptabilitate</a:t>
            </a:r>
            <a:r>
              <a:rPr lang="ro-RO" dirty="0"/>
              <a:t> =&gt; Capacitatea de a recupera marcaje uzate prin reglajul fin al Scan Threshold (până la 0.15).</a:t>
            </a:r>
          </a:p>
          <a:p>
            <a:r>
              <a:rPr lang="ro-RO" b="1" dirty="0"/>
              <a:t>Adaptabilitatea la condiții de mediu </a:t>
            </a:r>
            <a:r>
              <a:rPr lang="ro-RO" dirty="0"/>
              <a:t>=&gt; Prin ajustarea Pragului Relativ de Intensitate (între 0.27 pentru condiții de lumină slabă și 0.70 pentru vizibilitate ideală),</a:t>
            </a:r>
          </a:p>
          <a:p>
            <a:r>
              <a:rPr lang="ro-RO" b="1" dirty="0"/>
              <a:t>Abordarea este non-iterativă</a:t>
            </a:r>
            <a:r>
              <a:rPr lang="ro-RO" dirty="0"/>
              <a:t>, un avantaj major față de alte tehnici de viziune artificială.</a:t>
            </a:r>
          </a:p>
          <a:p>
            <a:r>
              <a:rPr lang="ro-RO" b="1" dirty="0"/>
              <a:t>Eficiență Computațională</a:t>
            </a:r>
            <a:r>
              <a:rPr lang="ro-RO" dirty="0"/>
              <a:t>: Complexitate O(1) post-acumulare, ideală pentru procesare în timp real pe sisteme embedded.</a:t>
            </a:r>
          </a:p>
          <a:p>
            <a:r>
              <a:rPr lang="ro-RO" b="1" dirty="0"/>
              <a:t>Limitări și Viitor</a:t>
            </a:r>
            <a:r>
              <a:rPr lang="ro-RO" dirty="0"/>
              <a:t>: Nevoia de auto-tuning pentru pragurile Canny și optimizarea pentru curbe strânse.</a:t>
            </a:r>
          </a:p>
        </p:txBody>
      </p:sp>
    </p:spTree>
    <p:extLst>
      <p:ext uri="{BB962C8B-B14F-4D97-AF65-F5344CB8AC3E}">
        <p14:creationId xmlns:p14="http://schemas.microsoft.com/office/powerpoint/2010/main" val="186908501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442</TotalTime>
  <Words>1142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Century Gothic</vt:lpstr>
      <vt:lpstr>Symbol</vt:lpstr>
      <vt:lpstr>Wingdings 3</vt:lpstr>
      <vt:lpstr>Slice</vt:lpstr>
      <vt:lpstr>Detectarea marcajelor Rutiere utilizând Transformata Hough</vt:lpstr>
      <vt:lpstr>Introducere</vt:lpstr>
      <vt:lpstr>Fundamentare teoretică – spațiul parametric</vt:lpstr>
      <vt:lpstr>Procesul de votare și crearea punctelor de vârf</vt:lpstr>
      <vt:lpstr>Nucleul algoritmului butterfly shape</vt:lpstr>
      <vt:lpstr>Reconstrucția segmentelor</vt:lpstr>
      <vt:lpstr>Detectarea simultană a mai multor segmente de dreaptă</vt:lpstr>
      <vt:lpstr>Implementare  software</vt:lpstr>
      <vt:lpstr>Implementare  software</vt:lpstr>
      <vt:lpstr>Implementare software</vt:lpstr>
      <vt:lpstr>Rezultate experimentale</vt:lpstr>
      <vt:lpstr>Tabel centralizator al parametrilor optimi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Stefi Hulpus</dc:creator>
  <cp:lastModifiedBy>Stefi Hulpus</cp:lastModifiedBy>
  <cp:revision>1</cp:revision>
  <dcterms:created xsi:type="dcterms:W3CDTF">2026-01-08T15:41:10Z</dcterms:created>
  <dcterms:modified xsi:type="dcterms:W3CDTF">2026-01-09T12:30:29Z</dcterms:modified>
</cp:coreProperties>
</file>